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82880"/>
            <a:ext cx="1307592" cy="4297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13232"/>
            <a:ext cx="11274552" cy="1408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ECTION">
    <p:bg>
      <p:bgPr>
        <a:solidFill>
          <a:srgbClr val="21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365760"/>
            <a:ext cx="1307592" cy="4297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11274552" cy="1408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LOSING">
    <p:bg>
      <p:bgPr>
        <a:solidFill>
          <a:srgbClr val="21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88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JSW ONE  |  TUBES &amp; PIPES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produced, by plant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
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0" y="4846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
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Aug – 29 Sep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09360" y="4846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
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2245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plants overlap, and what only one plant makes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and unique SKUs across plants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SKUs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produced across 4 plants, 30 Aug – 29 Sep 2026.   Diagonal = SKUs only that plant makes; other cells = SKUs both plants make.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matrix — number of SKUs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Lepakshi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Lepakshi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17920" y="1280160"/>
            <a:ext cx="5513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and tonnes, by plant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91056"/>
          <a:ext cx="5513832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868680"/>
                <a:gridCol w="640080"/>
                <a:gridCol w="640080"/>
                <a:gridCol w="86868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SKUs made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on unique SKUs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 (48%)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  (73%)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 (39%)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909  (82%)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(14%)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  (33%)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Lepakshi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(14%)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  (63%)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plants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1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694176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85 SKUs split:  </a:t>
            </a:r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 only 34   ·   Tapi only 26   ·   Lepakshi only 8   ·   NPMD only 5   ·   Hyderabad + NPMD 5   ·   Tapi + Lepakshi 4   ·   Tapi + NPMD 1   ·   Hyderabad + Tapi 1   ·   Hyderabad + Tapi + NPMD 1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" y="4288536"/>
            <a:ext cx="54864" cy="1316736"/>
          </a:xfrm>
          <a:prstGeom prst="rect">
            <a:avLst/>
          </a:prstGeom>
          <a:solidFill>
            <a:srgbClr val="EA2127"/>
          </a:solidFill>
          <a:ln w="12700">
            <a:solidFill>
              <a:srgbClr val="EA212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288536"/>
            <a:ext cx="1106424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of 85 SKUs (86%) are made at one plant only; 12 are made at two or more.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overlap: Hyderabad and NPMD share 6 SKUs.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SKU in common: Hyderabad–Lepakshi, NPMD–Lepakshi.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per SKU: NPMD, 65 MT per SKU (12 SKUs, 780 MT) — its SKU count understates its volume.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Supabase productions (non-deleted), 30 Aug – 29 Sep 2026. A cell = one SKU (size x thickness) produced at least once. All-time since 28 Mar 2026: 142 SKUs.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— SKUs produced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of 85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 SKUs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976 MT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unique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Hyderabad.   30 Aug – 29 Sep 2026. Columns = wall thickness (mm), rows = section size.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(CHS)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11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11 unique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601675"/>
                <a:gridCol w="601675"/>
                <a:gridCol w="601675"/>
                <a:gridCol w="601675"/>
                <a:gridCol w="60167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306824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9976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(SHS)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42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13 unique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6824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38x38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60x60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72x72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80x80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132x132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150x150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156448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(RHS)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32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10 unique</a:t>
            </a:r>
            <a:endParaRPr lang="en-US" sz="10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6448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96x48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122x61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145x82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6089904"/>
            <a:ext cx="182880" cy="182880"/>
          </a:xfrm>
          <a:prstGeom prst="rect">
            <a:avLst/>
          </a:prstGeom>
          <a:solidFill>
            <a:srgbClr val="21336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9494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here only (unique)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91840" y="6089904"/>
            <a:ext cx="182880" cy="182880"/>
          </a:xfrm>
          <a:prstGeom prst="rect">
            <a:avLst/>
          </a:prstGeom>
          <a:solidFill>
            <a:srgbClr val="5A74A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2958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(letters = who else)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26480" y="6089904"/>
            <a:ext cx="182880" cy="182880"/>
          </a:xfrm>
          <a:prstGeom prst="rect">
            <a:avLst/>
          </a:prstGeom>
          <a:solidFill>
            <a:srgbClr val="FCE4C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6422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Elsewhere only (letters = who)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61120" y="6089904"/>
            <a:ext cx="182880" cy="1828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9886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produced by any plant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6291072"/>
            <a:ext cx="112745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Hyderabad, T = Tapi, N = NPMD, L = Lepakshi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Supabase productions (non-deleted), 30 Aug – 29 Sep 2026. A cell = one SKU (size x thickness) produced at least once. All-time since 28 Mar 2026: 142 SKUs.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— SKUs produced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of 85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 SKUs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1,112 MT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unique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Tapi.   30 Aug – 29 Sep 2026. Columns = wall thickness (mm), rows = section size.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(CHS)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11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0 unique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601675"/>
                <a:gridCol w="601675"/>
                <a:gridCol w="601675"/>
                <a:gridCol w="601675"/>
                <a:gridCol w="60167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306824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9976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(SHS)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of 42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12 unique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6824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38x38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60x60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72x72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80x80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132x132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150x150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156448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(RHS)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32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14 unique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6448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96x48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122x61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145x82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6089904"/>
            <a:ext cx="182880" cy="182880"/>
          </a:xfrm>
          <a:prstGeom prst="rect">
            <a:avLst/>
          </a:prstGeom>
          <a:solidFill>
            <a:srgbClr val="21336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9494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here only (unique)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91840" y="6089904"/>
            <a:ext cx="182880" cy="182880"/>
          </a:xfrm>
          <a:prstGeom prst="rect">
            <a:avLst/>
          </a:prstGeom>
          <a:solidFill>
            <a:srgbClr val="5A74A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2958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(letters = who else)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26480" y="6089904"/>
            <a:ext cx="182880" cy="182880"/>
          </a:xfrm>
          <a:prstGeom prst="rect">
            <a:avLst/>
          </a:prstGeom>
          <a:solidFill>
            <a:srgbClr val="FCE4C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6422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Elsewhere only (letters = who)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61120" y="6089904"/>
            <a:ext cx="182880" cy="1828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9886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produced by any plant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6291072"/>
            <a:ext cx="112745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Hyderabad, T = Tapi, N = NPMD, L = Lepakshi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Supabase productions (non-deleted), 30 Aug – 29 Sep 2026. A cell = one SKU (size x thickness) produced at least once. All-time since 28 Mar 2026: 142 SKUs.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NPMD — SKUs produced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85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 SKUs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 MT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unique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NPMD.   30 Aug – 29 Sep 2026. Columns = wall thickness (mm), rows = section size.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(CHS)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11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0 unique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601675"/>
                <a:gridCol w="601675"/>
                <a:gridCol w="601675"/>
                <a:gridCol w="601675"/>
                <a:gridCol w="60167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306824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9976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(SHS)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0 unique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6824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38x38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60x60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72x72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80x80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132x132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150x150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156448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(RHS)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32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5 unique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6448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96x48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122x61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145x82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6089904"/>
            <a:ext cx="182880" cy="182880"/>
          </a:xfrm>
          <a:prstGeom prst="rect">
            <a:avLst/>
          </a:prstGeom>
          <a:solidFill>
            <a:srgbClr val="21336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9494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here only (unique)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91840" y="6089904"/>
            <a:ext cx="182880" cy="182880"/>
          </a:xfrm>
          <a:prstGeom prst="rect">
            <a:avLst/>
          </a:prstGeom>
          <a:solidFill>
            <a:srgbClr val="5A74A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2958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(letters = who else)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26480" y="6089904"/>
            <a:ext cx="182880" cy="182880"/>
          </a:xfrm>
          <a:prstGeom prst="rect">
            <a:avLst/>
          </a:prstGeom>
          <a:solidFill>
            <a:srgbClr val="FCE4C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6422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Elsewhere only (letters = who)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61120" y="6089904"/>
            <a:ext cx="182880" cy="1828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9886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produced by any plant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6291072"/>
            <a:ext cx="112745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Hyderabad, T = Tapi, N = NPMD, L = Lepakshi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Supabase productions (non-deleted), 30 Aug – 29 Sep 2026. A cell = one SKU (size x thickness) produced at least once. All-time since 28 Mar 2026: 142 SKUs.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961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Lepakshi — SKUs produced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85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 SKUs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473 MT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100" b="1" dirty="0">
                <a:solidFill>
                  <a:srgbClr val="21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unique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Lepakshi.   30 Aug – 29 Sep 2026. Columns = wall thickness (mm), rows = section size.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(CHS)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11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0 unique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601675"/>
                <a:gridCol w="601675"/>
                <a:gridCol w="601675"/>
                <a:gridCol w="601675"/>
                <a:gridCol w="60167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306824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9976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(SHS)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42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8 unique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6824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  <a:gridCol w="3342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38x38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60x60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72x72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80x80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4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132x132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150x150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156448" y="1225296"/>
            <a:ext cx="3575304" cy="310896"/>
          </a:xfrm>
          <a:prstGeom prst="rect">
            <a:avLst/>
          </a:prstGeom>
          <a:solidFill>
            <a:srgbClr val="213366"/>
          </a:solidFill>
          <a:ln w="12700">
            <a:solidFill>
              <a:srgbClr val="21336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12252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(RHS)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32</a:t>
            </a:r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0 unique</a:t>
            </a:r>
            <a:endParaRPr lang="en-US" sz="10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6448" y="1591056"/>
          <a:ext cx="3575304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  <a:gridCol w="37604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\ mm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40x20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50x25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80x40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96x48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100x50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122x61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145x82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200x100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A4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C4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457200" y="6089904"/>
            <a:ext cx="182880" cy="182880"/>
          </a:xfrm>
          <a:prstGeom prst="rect">
            <a:avLst/>
          </a:prstGeom>
          <a:solidFill>
            <a:srgbClr val="21336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9494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here only (unique)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91840" y="6089904"/>
            <a:ext cx="182880" cy="182880"/>
          </a:xfrm>
          <a:prstGeom prst="rect">
            <a:avLst/>
          </a:prstGeom>
          <a:solidFill>
            <a:srgbClr val="5A74A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52958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(letters = who else)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26480" y="6089904"/>
            <a:ext cx="182880" cy="182880"/>
          </a:xfrm>
          <a:prstGeom prst="rect">
            <a:avLst/>
          </a:prstGeom>
          <a:solidFill>
            <a:srgbClr val="FCE4C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36422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Elsewhere only (letters = who)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61120" y="6089904"/>
            <a:ext cx="182880" cy="18288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98864" y="60441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produced by any plant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57200" y="6291072"/>
            <a:ext cx="112745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Hyderabad, T = Tapi, N = NPMD, L = Lepakshi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Supabase productions (non-deleted), 30 Aug – 29 Sep 2026. A cell = one SKU (size x thickness) produced at least once. All-time since 28 Mar 2026: 142 SKUs.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SKUs produced, by plant</dc:title>
  <dc:subject>PptxGenJS Presentation</dc:subject>
  <dc:creator>PptxGenJS</dc:creator>
  <cp:lastModifiedBy>PptxGenJS</cp:lastModifiedBy>
  <cp:revision>1</cp:revision>
  <dcterms:created xsi:type="dcterms:W3CDTF">2026-09-30T08:18:33Z</dcterms:created>
  <dcterms:modified xsi:type="dcterms:W3CDTF">2026-09-30T08:18:33Z</dcterms:modified>
</cp:coreProperties>
</file>